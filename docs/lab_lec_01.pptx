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Lab Lecture 01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이상일(서울대학교 지리교육과)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Lecture 01</dc:title>
  <dc:creator>이상일(서울대학교 지리교육과)</dc:creator>
  <cp:keywords/>
  <dcterms:created xsi:type="dcterms:W3CDTF">2024-02-29T11:32:12Z</dcterms:created>
  <dcterms:modified xsi:type="dcterms:W3CDTF">2024-02-29T11:32:12Z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-modified">
    <vt:lpwstr>2024-02-29</vt:lpwstr>
  </property>
  <property fmtid="{D5CDD505-2E9C-101B-9397-08002B2CF9AE}" pid="6" name="editor">
    <vt:lpwstr>visual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